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8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37160"/>
            <a:ext cx="9799200" cy="2570400"/>
          </a:xfrm>
        </p:spPr>
        <p:txBody>
          <a:bodyPr/>
          <a:p>
            <a:r>
              <a:rPr lang="vi-VN" altLang="en-US"/>
              <a:t>Nền tảng học trực tuyến dành cho mọi </a:t>
            </a:r>
            <a:r>
              <a:rPr lang="vi-VN" altLang="en-US"/>
              <a:t>người </a:t>
            </a:r>
            <a:endParaRPr lang="vi-V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105" y="3322320"/>
            <a:ext cx="9753600" cy="24415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vi-VN" altLang="en-US"/>
              <a:t>Lợi thế nổi </a:t>
            </a:r>
            <a:r>
              <a:rPr lang="vi-VN" altLang="en-US"/>
              <a:t>bật </a:t>
            </a:r>
            <a:endParaRPr lang="vi-V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2725420" cy="4759325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pPr marL="0" indent="0">
              <a:buNone/>
            </a:pPr>
            <a:r>
              <a:rPr lang="vi-V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Noto Sans JP Black" panose="020B0200000000000000" charset="-122"/>
                <a:cs typeface="Times New Roman" panose="02020603050405020304" charset="0"/>
              </a:rPr>
              <a:t>Lớp học ảo trực </a:t>
            </a:r>
            <a:r>
              <a:rPr lang="vi-VN" altLang="en-US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Noto Sans JP Black" panose="020B0200000000000000" charset="-122"/>
                <a:cs typeface="Times New Roman" panose="02020603050405020304" charset="0"/>
              </a:rPr>
              <a:t>tuyến  </a:t>
            </a:r>
            <a:endParaRPr lang="vi-VN" altLang="en-US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Noto Sans JP Black" panose="020B0200000000000000" charset="-122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2016760"/>
            <a:ext cx="2527300" cy="20789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840480" y="1560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Times New Roman" panose="02020603050405020304" charset="0"/>
                <a:cs typeface="Times New Roman" panose="02020603050405020304" charset="0"/>
              </a:rPr>
              <a:t>Học mọi lúc mọi nơi</a:t>
            </a:r>
            <a:r>
              <a:rPr lang="vi-VN" altLang="en-US"/>
              <a:t> </a:t>
            </a:r>
            <a:endParaRPr lang="vi-VN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635" y="2174875"/>
            <a:ext cx="2240915" cy="176085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399530" y="15601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Theo dõi tiến độ &amp; báo </a:t>
            </a:r>
            <a:r>
              <a:rPr lang="vi-VN" altLang="en-US"/>
              <a:t>cáo </a:t>
            </a:r>
            <a:endParaRPr lang="vi-VN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2145" y="2174875"/>
            <a:ext cx="1811020" cy="176022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9663430" y="1560195"/>
            <a:ext cx="2527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Bảo mật &amp; ổn định </a:t>
            </a:r>
            <a:r>
              <a:rPr lang="vi-VN" altLang="en-US"/>
              <a:t>cao</a:t>
            </a:r>
            <a:endParaRPr lang="vi-VN" alt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7900" y="2174875"/>
            <a:ext cx="2118995" cy="176149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vi-VN" altLang="en-US"/>
              <a:t>Tăng trưởng học viện</a:t>
            </a:r>
            <a:endParaRPr lang="vi-VN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490345"/>
            <a:ext cx="5253990" cy="403987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725920" y="668655"/>
            <a:ext cx="48514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3600">
                <a:latin typeface="Times New Roman" panose="02020603050405020304" charset="0"/>
                <a:cs typeface="Times New Roman" panose="02020603050405020304" charset="0"/>
              </a:rPr>
              <a:t>Cơ cấu nguồn đăng kí </a:t>
            </a:r>
            <a:endParaRPr lang="vi-VN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285" y="1489710"/>
            <a:ext cx="4852035" cy="40398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70" y="915035"/>
            <a:ext cx="10144125" cy="48323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WPS Presentation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Microsoft YaHei</vt:lpstr>
      <vt:lpstr>MS PGothic</vt:lpstr>
      <vt:lpstr>Arial Unicode MS</vt:lpstr>
      <vt:lpstr>Calibri</vt:lpstr>
      <vt:lpstr>Times New Roman</vt:lpstr>
      <vt:lpstr>Noto Sans JP Black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Nền tảng học trực tuyến dành cho mọi người </dc:title>
  <dc:creator>GIGA</dc:creator>
  <cp:lastModifiedBy>vũ nguyễn</cp:lastModifiedBy>
  <cp:revision>1</cp:revision>
  <dcterms:created xsi:type="dcterms:W3CDTF">2026-10-26T12:46:41Z</dcterms:created>
  <dcterms:modified xsi:type="dcterms:W3CDTF">2026-10-26T12:46:41Z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735199526E514CEAA68F57E3A5054F5C_11</vt:lpwstr>
  </property>
</Properties>
</file>